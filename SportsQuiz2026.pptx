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>
                <a:solidFill>
                  <a:srgbClr val="FFD700"/>
                </a:solidFill>
                <a:latin typeface="Aptos Display Bold"/>
              </a:defRPr>
            </a:pPr>
            <a:r>
              <a:t>SPORTS QUIZ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Aptos"/>
              </a:defRPr>
            </a:pPr>
            <a:r>
              <a:t>FIFA WORLD CUP &amp; OLYMPIC GAMES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D700"/>
                </a:solidFill>
                <a:latin typeface="Aptos Display Bold"/>
              </a:defRPr>
            </a:pPr>
            <a:r>
              <a:t>QUIZ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500"/>
              </a:spcAft>
              <a:defRPr sz="2800">
                <a:solidFill>
                  <a:srgbClr val="FFFFFF"/>
                </a:solidFill>
                <a:latin typeface="Aptos"/>
              </a:defRPr>
            </a:pPr>
            <a:r>
              <a:t>• Six Rounds of high-octane sports action.</a:t>
            </a:r>
          </a:p>
          <a:p>
            <a:pPr>
              <a:spcAft>
                <a:spcPts val="1500"/>
              </a:spcAft>
              <a:defRPr sz="2800">
                <a:solidFill>
                  <a:srgbClr val="FFFFFF"/>
                </a:solidFill>
                <a:latin typeface="Aptos"/>
              </a:defRPr>
            </a:pPr>
            <a:r>
              <a:t>• Difficulty increases as we progress (Easy -&gt; Medium -&gt; Hard).</a:t>
            </a:r>
          </a:p>
          <a:p>
            <a:pPr>
              <a:spcAft>
                <a:spcPts val="1500"/>
              </a:spcAft>
              <a:defRPr sz="2800">
                <a:solidFill>
                  <a:srgbClr val="FFFFFF"/>
                </a:solidFill>
                <a:latin typeface="Aptos"/>
              </a:defRPr>
            </a:pPr>
            <a:r>
              <a:t>• 30 seconds to answer each question.</a:t>
            </a:r>
          </a:p>
          <a:p>
            <a:pPr>
              <a:spcAft>
                <a:spcPts val="1500"/>
              </a:spcAft>
              <a:defRPr sz="2800">
                <a:solidFill>
                  <a:srgbClr val="FFFFFF"/>
                </a:solidFill>
                <a:latin typeface="Aptos"/>
              </a:defRPr>
            </a:pPr>
            <a:r>
              <a:t>• Decision of the Quiz Master is final.</a:t>
            </a:r>
          </a:p>
          <a:p>
            <a:pPr>
              <a:spcAft>
                <a:spcPts val="1500"/>
              </a:spcAft>
              <a:defRPr sz="2800">
                <a:solidFill>
                  <a:srgbClr val="FFFFFF"/>
                </a:solidFill>
                <a:latin typeface="Aptos"/>
              </a:defRPr>
            </a:pPr>
            <a:r>
              <a:t>• No electronic gadgets allowed!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D700"/>
                </a:solidFill>
                <a:latin typeface="Aptos Display Bold"/>
              </a:defRPr>
            </a:pPr>
            <a:r>
              <a:t>ROUND 1: FIFA BASICS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Q1: Which country won the 2022 FIFA World Cup held in Qatar?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Q1: Which country won the 2022 FIFA World Cup held in Qatar?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Argentina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Argentina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Argentina defeated France in a thrilling final that ended 3-3 after extra time, winning 4-2 on penalties.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This was Argentina's third World Cup title, and Lionel Messi's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Q2: How many teams will participate in the 2026 FIFA World Cup?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Q2: How many teams will participate in the 2026 FIFA World Cup?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48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The 2026 edition will be the first to feature 48 teams, expanded from the traditional 32.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This expansion means there will be 104 matches in total during the tournament.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Q3: Who won the Golden Boot award for scoring the most goals (8) in the 2022 FIFA World Cup?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Q3: Who won the Golden Boot award for scoring the most goals (8) in the 2022 FIFA World Cup?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Kylian Mbappé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Kylian Mbappé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Kylian Mbappé scored a hat-trick in the final, bringing his tournament total to 8 goals.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He became only the second player ever to score a hat-trick in a World Cup final, after Geoff Hurst in 1966.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Q4: True or False: The first-ever FIFA World Cup was held in 1930 and hosted by Uruguay.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Q4: True or False: The first-ever FIFA World Cup was held in 1930 and hosted by Uruguay.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True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True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The inaugural tournament took place in Uruguay from 13 to 30 July 1930.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Uruguay also won the first tournament, defeating Argentina 4-2 in the final.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Q5: Which three countries will jointly host the 2026 FIFA World Cup?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Q5: Which three countries will jointly host the 2026 FIFA World Cup?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USA, Canada, and Mexico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USA, Canada, and Mexico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The 2026 FIFA World Cup will be hosted by 16 cities across these three North American nations.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Mexico will become the first country to host or co-host the men's World Cup three times (1970, 1986, 2026).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D700"/>
                </a:solidFill>
                <a:latin typeface="Aptos Display Bold"/>
              </a:defRPr>
            </a:pPr>
            <a:r>
              <a:t>SCOREBOARD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0" y="22860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18288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Team Name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D700"/>
                </a:solidFill>
                <a:latin typeface="Aptos Display Bold"/>
              </a:defRPr>
            </a:pPr>
            <a:r>
              <a:t>ROUND 2: OLYMPICS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Q6: What is the official mascot of the Paris 2024 Olympic Games?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Q6: What is the official mascot of the Paris 2024 Olympic Games?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The Phryges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The Phryges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The Phryges (Phrygian caps) are symbols of liberty in French history.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The design is based on the traditional small hats that are a symbol of freedom in France.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Q7: Who is the most decorated Olympian of all time, with a total of 28 medals, including 23 gold?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Q7: Who is the most decorated Olympian of all time, with a total of 28 medals, including 23 gold?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Michael Phelps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Michael Phelps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American swimmer Michael Phelps holds the record for most Olympic gold medals and most total medals.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He has more gold medals than 161 countries have won in their entire Olympic history.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Q8: What do the five rings on the Olympic flag represent?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Q8: What do the five rings on the Olympic flag represent?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The five continents of the world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The five continents of the world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The rings represent Africa, the Americas, Asia, Europe, and Oceania.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The colors (Blue, Yellow, Black, Green, Red) were chosen because every national flag in the world contains at least one of them.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Q9: Which city will host the 2028 Summer Olympic Games?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Q9: Which city will host the 2028 Summer Olympic Games?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Los Angeles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Los Angeles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Los Angeles was selected to host the 2028 Games, marking the third time the city hosts the Olympics (1932, 1984).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LA will join London and Paris as the only cities to have hosted the Summer Games three times.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Q10: What is the updated Olympic motto, which now includes the word 'Together'?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Q10: What is the updated Olympic motto, which now includes the word 'Together'?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Citius, Altius, Fortius – Communiter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Citius, Altius, Fortius – Communiter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In 2021, the IOC approved adding 'Communiter' (Together) to the original motto 'Faster, Higher, Stronger'.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The update was made to recognize the unifying power of sport and the importance of solidarity.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D700"/>
                </a:solidFill>
                <a:latin typeface="Aptos Display Bold"/>
              </a:defRPr>
            </a:pPr>
            <a:r>
              <a:t>SCOREBOARD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0" y="22860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18288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Team Name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D700"/>
                </a:solidFill>
                <a:latin typeface="Aptos Display Bold"/>
              </a:defRPr>
            </a:pPr>
            <a:r>
              <a:t>ROUND 3: PICTURE ROUND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Q11: Identify this Indian athlete who won Gold at Tokyo 2020 and Silver at Paris 2024 in Javelin Throw.</a:t>
            </a:r>
          </a:p>
        </p:txBody>
      </p:sp>
      <p:pic>
        <p:nvPicPr>
          <p:cNvPr id="5" name="Picture 4" descr="neeraj_chop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860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Q11: Identify this Indian athlete who won Gold at Tokyo 2020 and Silver at Paris 2024 in Javelin Throw.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Neeraj Chopra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Neeraj Chopra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Neeraj Chopra is the first Indian track and field athlete to win an Olympic gold medal.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His gold medal in Tokyo was India's first ever Olympic gold in athletics.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Q12: Identify this iconic trophy awarded to the winners of the FIFA World Cup.</a:t>
            </a:r>
          </a:p>
        </p:txBody>
      </p:sp>
      <p:pic>
        <p:nvPicPr>
          <p:cNvPr id="5" name="Picture 4" descr="fifa_troph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860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Q12: Identify this iconic trophy awarded to the winners of the FIFA World Cup.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FIFA World Cup Trophy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FIFA World Cup Trophy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The current trophy has been used since 1974, replacing the Jules Rimet Trophy.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It is made of 18-carat gold and depicts two human figures holding up the Earth.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Q13: What are these symbols which are the hallmark of the Olympic movement?</a:t>
            </a:r>
          </a:p>
        </p:txBody>
      </p:sp>
      <p:pic>
        <p:nvPicPr>
          <p:cNvPr id="5" name="Picture 4" descr="olympic_rin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860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Q13: What are these symbols which are the hallmark of the Olympic movement?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Olympic Rings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Olympic Rings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The five interlaced rings symbolize the union of the five continents.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The symbol was designed in 1912 by Pierre de Coubertin, the founder of the modern Olympic Games.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Q14: Name this stadium in Qatar which hosted the final match of the 2022 FIFA World Cup.</a:t>
            </a:r>
          </a:p>
        </p:txBody>
      </p:sp>
      <p:pic>
        <p:nvPicPr>
          <p:cNvPr id="5" name="Picture 4" descr="lusail_stadiu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860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Q14: Name this stadium in Qatar which hosted the final match of the 2022 FIFA World Cup.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Lusail Stadium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Lusail Stadium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Lusail Stadium is the largest stadium in Qatar and hosted ten matches during the 2022 World Cup, including the final.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The stadium's design is inspired by the hand-crafted bowls found throughout the Arab and Islamic world.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Q15: Identify this Indian badminton player who is the first Indian to win two individual Olympic medals.</a:t>
            </a:r>
          </a:p>
        </p:txBody>
      </p:sp>
      <p:pic>
        <p:nvPicPr>
          <p:cNvPr id="5" name="Picture 4" descr="pv_sindh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860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Q15: Identify this Indian badminton player who is the first Indian to win two individual Olympic medals.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P. V. Sindhu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P. V. Sindhu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Sindhu won Silver at Rio 2016 and Bronze at Tokyo 2020.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She was also the first Indian to become the Badminton World Champion in 2019.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D700"/>
                </a:solidFill>
                <a:latin typeface="Aptos Display Bold"/>
              </a:defRPr>
            </a:pPr>
            <a:r>
              <a:t>SCOREBOARD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0" y="22860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18288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Team Name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D700"/>
                </a:solidFill>
                <a:latin typeface="Aptos Display Bold"/>
              </a:defRPr>
            </a:pPr>
            <a:r>
              <a:t>ROUND 4: VIDEO ROUND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Q16: Identify the athlete who holds the world record for 100m sprint, often seen in clips like this.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286000"/>
            <a:ext cx="5486400" cy="3657600"/>
          </a:xfrm>
          <a:prstGeom prst="rect">
            <a:avLst/>
          </a:prstGeom>
          <a:solidFill>
            <a:srgbClr val="4169E1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VIDEO CLIP: 100m_sprint.mp4</a:t>
            </a:r>
          </a:p>
          <a:p>
            <a:r>
              <a:t>(Click to Play)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Q16: Identify the athlete who holds the world record for 100m sprint, often seen in clips like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Usain Bolt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Usain Bolt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Usain Bolt set the world record of 9.58 seconds at the 2009 World Championships.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He is an 8-time Olympic gold medalist and the only sprinter to win Olympic 100m and 200m titles at three consecutive Olympics (2008, 2012, 2016).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Q17: Which sport is shown in this clip, where athletes throw a spear-like object?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286000"/>
            <a:ext cx="5486400" cy="3657600"/>
          </a:xfrm>
          <a:prstGeom prst="rect">
            <a:avLst/>
          </a:prstGeom>
          <a:solidFill>
            <a:srgbClr val="4169E1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VIDEO CLIP: javelin_throw.mp4</a:t>
            </a:r>
          </a:p>
          <a:p>
            <a:r>
              <a:t>(Click to Play)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Q17: Which sport is shown in this clip, where athletes throw a spear-like object?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Javelin Throw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Javelin Throw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Javelin throw is a track and field event where the javelin, a spear about 2.5m in length, is thrown.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The modern javelin throw is part of the Olympic decathlon and heptathlon.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Q18: In football, if a commentator says 'The penalty is being taken from 10 yards out', what is the mistake?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286000"/>
            <a:ext cx="5486400" cy="3657600"/>
          </a:xfrm>
          <a:prstGeom prst="rect">
            <a:avLst/>
          </a:prstGeom>
          <a:solidFill>
            <a:srgbClr val="4169E1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VIDEO CLIP: penalty_goal.mp4</a:t>
            </a:r>
          </a:p>
          <a:p>
            <a:r>
              <a:t>(Click to Play)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Q18: In football, if a commentator says 'The penalty is being taken from 10 yards out', what is the mistake?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The penalty spot is actually 12 yards from the goal line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The penalty spot is actually 12 yards from the goal line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The penalty spot is officially 12 yards (11 meters) from the center of the goal line.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Penalty kicks were first introduced to the laws of the game in 1891.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Q19: The Paris 2024 Opening Ceremony was unique for being held on which famous river?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286000"/>
            <a:ext cx="5486400" cy="3657600"/>
          </a:xfrm>
          <a:prstGeom prst="rect">
            <a:avLst/>
          </a:prstGeom>
          <a:solidFill>
            <a:srgbClr val="4169E1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VIDEO CLIP: opening_ceremony.mp4</a:t>
            </a:r>
          </a:p>
          <a:p>
            <a:r>
              <a:t>(Click to Play)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Q19: The Paris 2024 Opening Ceremony was unique for being held on which famous river?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River Seine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River Seine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Paris 2024 was the first Summer Olympics to have its opening ceremony outside of a stadium.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Over 10,000 athletes paraded on boats along a 6-kilometer route on the river.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Q20: Which football superstar is famous for the 'Siu' celebration shown in many clips?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286000"/>
            <a:ext cx="5486400" cy="3657600"/>
          </a:xfrm>
          <a:prstGeom prst="rect">
            <a:avLst/>
          </a:prstGeom>
          <a:solidFill>
            <a:srgbClr val="4169E1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VIDEO CLIP: football_celebration.mp4</a:t>
            </a:r>
          </a:p>
          <a:p>
            <a:r>
              <a:t>(Click to Play)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Q20: Which football superstar is famous for the 'Siu' celebration shown in many clips?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Cristiano Ronaldo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Cristiano Ronaldo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Cristiano Ronaldo is the all-time leading goalscorer in international football.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The 'Siu' celebration involves a mid-air pirouette and landing in a power pose while shouting 'Siu!'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D700"/>
                </a:solidFill>
                <a:latin typeface="Aptos Display Bold"/>
              </a:defRPr>
            </a:pPr>
            <a:r>
              <a:t>SCOREBOARD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0" y="22860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18288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Team Name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D700"/>
                </a:solidFill>
                <a:latin typeface="Aptos Display Bold"/>
              </a:defRPr>
            </a:pPr>
            <a:r>
              <a:t>ROUND 5: CHALLENGE ROUND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Q21: Who was the first Indian to win an individual Gold medal at the Olympic Games?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Q21: Who was the first Indian to win an individual Gold medal at the Olympic Games?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Abhinav Bindra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Abhinav Bindra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Abhinav Bindra won the gold in the Men's 10m Air Rifle event at the 2008 Beijing Olympics.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It was India's first-ever individual gold medal and the first gold since the men's hockey team won in 1980.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Q22: Which country has won the most FIFA World Cup titles in history?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Q22: Which country has won the most FIFA World Cup titles in history?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Brazil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Brazil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Brazil has won the FIFA World Cup five times (1958, 1962, 1970, 1994, 2002).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Brazil is also the only nation to have played in every World Cup tournament.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Q23: What does the abbreviation VAR stand for in the context of football refereeing?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Q23: What does the abbreviation VAR stand for in the context of football refereeing?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Video Assistant Referee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Video Assistant Referee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VAR is used to review decisions made by the head referee with the use of video footage.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It was first written into the Laws of the Game by the IFAB in 2018.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Q24: In which city were the first modern Olympic Games held in 1896?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Q24: In which city were the first modern Olympic Games held in 1896?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Athens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Athens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The 1896 Summer Olympics were held in Athens, Greece, as a tribute to the ancient Olympic Games.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Only 14 nations participated in the first modern Olympics, with a total of 43 events.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Q25: Arrange these FIFA World Cup winners in order from the most recent to the oldest: Germany, France, Argentina, Spain.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Q25: Arrange these FIFA World Cup winners in order from the most recent to the oldest: Germany, France, Argentina, Spain.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Argentina (2022), France (2018), Germany (2014), Spain (2010)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Argentina (2022), France (2018), Germany (2014), Spain (2010)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The winners were Spain in 2010, Germany in 2014, France in 2018, and Argentina in 2022.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This decade saw four different winners from two different continents (Europe and South America).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D700"/>
                </a:solidFill>
                <a:latin typeface="Aptos Display Bold"/>
              </a:defRPr>
            </a:pPr>
            <a:r>
              <a:t>SCOREBOARD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0" y="22860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18288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Team Name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D700"/>
                </a:solidFill>
                <a:latin typeface="Aptos Display Bold"/>
              </a:defRPr>
            </a:pPr>
            <a:r>
              <a:t>ROUND 6: RAPID FIRE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Q26: How long is a standard football match in minutes, excluding stoppage time?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Q26: How long is a standard football match in minutes, excluding stoppage time?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90 minutes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90 minutes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A match consists of two halves of 45 minutes each.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The duration was first established in 1866.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Q27: Which major tennis tournament is played on grass courts in London?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Q27: Which major tennis tournament is played on grass courts in London?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Wimbledon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Wimbledon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Wimbledon is the oldest tennis tournament in the world and the only Grand Slam played on grass.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Players must follow a strict white-only dress code.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Q28: How many total medals did India win at the Paris 2024 Olympics?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Q28: How many total medals did India win at the Paris 2024 Olympics?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6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India won 1 Silver (Neeraj Chopra) and 5 Bronze medals.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Manu Bhaker became the first Indian athlete in independent India to win two medals in a single Olympic edition.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Q29: Who is known as the 'Flying Sikh' of India?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Q29: Who is known as the 'Flying Sikh' of India?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Milkha Singh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Milkha Singh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Milkha Singh was an Indian track and field sprinter who won four Asian Games gold medals.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He narrowly missed an Olympic medal, finishing fourth in the 400m final at the 1960 Rome Olympics.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Aptos Display Bold"/>
              </a:defRPr>
            </a:pPr>
            <a:r>
              <a:t>Q30: What color card does a referee show to send a player off the field in football?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pic>
        <p:nvPicPr>
          <p:cNvPr id="4" name="Picture 3" descr="trophy_ic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Aptos Display Bold"/>
              </a:defRPr>
            </a:pPr>
            <a:r>
              <a:t>Q30: What color card does a referee show to send a player off the field in football?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D700"/>
                </a:solidFill>
                <a:latin typeface="Aptos Bold"/>
              </a:defRPr>
            </a:pPr>
            <a:r>
              <a:t>CORRECT ANSWER: Red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>
                <a:solidFill>
                  <a:srgbClr val="FFD700"/>
                </a:solidFill>
                <a:latin typeface="Aptos Bold"/>
              </a:defRPr>
            </a:pPr>
            <a:r>
              <a:t>ANSWER: Red</a:t>
            </a:r>
          </a:p>
          <a:p>
            <a:br/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EXPLANATION:</a:t>
            </a:r>
            <a:br/>
            <a:r>
              <a:t>A red card signifies that a player has been dismissed from the match.</a:t>
            </a:r>
          </a:p>
          <a:p>
            <a:br/>
            <a:pPr>
              <a:defRPr sz="2400">
                <a:solidFill>
                  <a:srgbClr val="FFD700"/>
                </a:solidFill>
                <a:latin typeface="Aptos"/>
              </a:defRPr>
            </a:pPr>
            <a:r>
              <a:t>INTERESTING FACT:</a:t>
            </a:r>
            <a:br/>
            <a:r>
              <a:t>The red and yellow card system was introduced in the 1970 World Cup.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D700"/>
                </a:solidFill>
                <a:latin typeface="Aptos Display Bold"/>
              </a:defRPr>
            </a:pPr>
            <a:r>
              <a:t>SCOREBOARD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0" y="22860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182880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Team Name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ool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89920" y="5943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  <a:latin typeface="Aptos Bold"/>
              </a:defRPr>
            </a:pPr>
            <a:r>
              <a:t>00:30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FFD700"/>
                </a:solidFill>
                <a:latin typeface="Aptos Display Bold"/>
              </a:defRPr>
            </a:pPr>
            <a:r>
              <a:t>AND THE WINNER IS...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